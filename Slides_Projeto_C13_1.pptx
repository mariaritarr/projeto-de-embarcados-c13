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3" r:id="rId2"/>
    <p:sldId id="261" r:id="rId3"/>
    <p:sldId id="260" r:id="rId4"/>
    <p:sldId id="265" r:id="rId5"/>
    <p:sldId id="256" r:id="rId6"/>
    <p:sldId id="266" r:id="rId7"/>
    <p:sldId id="258" r:id="rId8"/>
    <p:sldId id="267" r:id="rId9"/>
    <p:sldId id="264" r:id="rId10"/>
    <p:sldId id="257" r:id="rId11"/>
    <p:sldId id="259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7B7C88-1FBC-49CD-8864-839D3818F98A}" v="323" dt="2026-10-13T00:53:13.4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48" y="7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a Rita" userId="6072d1a607af3438" providerId="LiveId" clId="{E2C0015B-DB19-4E69-98EF-8810F8F8B916}"/>
    <pc:docChg chg="undo custSel addSld delSld modSld sldOrd">
      <pc:chgData name="Maria Rita" userId="6072d1a607af3438" providerId="LiveId" clId="{E2C0015B-DB19-4E69-98EF-8810F8F8B916}" dt="2026-10-13T00:56:44.617" v="1629" actId="115"/>
      <pc:docMkLst>
        <pc:docMk/>
      </pc:docMkLst>
      <pc:sldChg chg="addSp delSp modSp mod ord">
        <pc:chgData name="Maria Rita" userId="6072d1a607af3438" providerId="LiveId" clId="{E2C0015B-DB19-4E69-98EF-8810F8F8B916}" dt="2026-10-13T00:54:31.540" v="1627" actId="1076"/>
        <pc:sldMkLst>
          <pc:docMk/>
          <pc:sldMk cId="0" sldId="256"/>
        </pc:sldMkLst>
        <pc:spChg chg="mod">
          <ac:chgData name="Maria Rita" userId="6072d1a607af3438" providerId="LiveId" clId="{E2C0015B-DB19-4E69-98EF-8810F8F8B916}" dt="2026-10-13T00:51:06.990" v="1546" actId="34135"/>
          <ac:spMkLst>
            <pc:docMk/>
            <pc:sldMk cId="0" sldId="256"/>
            <ac:spMk id="2" creationId="{00000000-0000-0000-0000-000000000000}"/>
          </ac:spMkLst>
        </pc:spChg>
        <pc:spChg chg="mod">
          <ac:chgData name="Maria Rita" userId="6072d1a607af3438" providerId="LiveId" clId="{E2C0015B-DB19-4E69-98EF-8810F8F8B916}" dt="2026-10-13T00:48:37.743" v="1439" actId="164"/>
          <ac:spMkLst>
            <pc:docMk/>
            <pc:sldMk cId="0" sldId="256"/>
            <ac:spMk id="6" creationId="{00000000-0000-0000-0000-000000000000}"/>
          </ac:spMkLst>
        </pc:spChg>
        <pc:spChg chg="mod">
          <ac:chgData name="Maria Rita" userId="6072d1a607af3438" providerId="LiveId" clId="{E2C0015B-DB19-4E69-98EF-8810F8F8B916}" dt="2026-10-13T00:53:54.215" v="1623" actId="403"/>
          <ac:spMkLst>
            <pc:docMk/>
            <pc:sldMk cId="0" sldId="256"/>
            <ac:spMk id="7" creationId="{00000000-0000-0000-0000-000000000000}"/>
          </ac:spMkLst>
        </pc:spChg>
        <pc:spChg chg="mod">
          <ac:chgData name="Maria Rita" userId="6072d1a607af3438" providerId="LiveId" clId="{E2C0015B-DB19-4E69-98EF-8810F8F8B916}" dt="2026-10-13T00:53:43.562" v="1619" actId="113"/>
          <ac:spMkLst>
            <pc:docMk/>
            <pc:sldMk cId="0" sldId="256"/>
            <ac:spMk id="8" creationId="{00000000-0000-0000-0000-000000000000}"/>
          </ac:spMkLst>
        </pc:spChg>
        <pc:spChg chg="mod">
          <ac:chgData name="Maria Rita" userId="6072d1a607af3438" providerId="LiveId" clId="{E2C0015B-DB19-4E69-98EF-8810F8F8B916}" dt="2026-10-13T00:53:13.478" v="1610" actId="164"/>
          <ac:spMkLst>
            <pc:docMk/>
            <pc:sldMk cId="0" sldId="256"/>
            <ac:spMk id="9" creationId="{00000000-0000-0000-0000-000000000000}"/>
          </ac:spMkLst>
        </pc:spChg>
        <pc:spChg chg="del">
          <ac:chgData name="Maria Rita" userId="6072d1a607af3438" providerId="LiveId" clId="{E2C0015B-DB19-4E69-98EF-8810F8F8B916}" dt="2026-10-13T00:49:05.941" v="1443" actId="478"/>
          <ac:spMkLst>
            <pc:docMk/>
            <pc:sldMk cId="0" sldId="256"/>
            <ac:spMk id="10" creationId="{00000000-0000-0000-0000-000000000000}"/>
          </ac:spMkLst>
        </pc:spChg>
        <pc:spChg chg="mod">
          <ac:chgData name="Maria Rita" userId="6072d1a607af3438" providerId="LiveId" clId="{E2C0015B-DB19-4E69-98EF-8810F8F8B916}" dt="2026-10-13T00:53:13.478" v="1610" actId="164"/>
          <ac:spMkLst>
            <pc:docMk/>
            <pc:sldMk cId="0" sldId="256"/>
            <ac:spMk id="11" creationId="{00000000-0000-0000-0000-000000000000}"/>
          </ac:spMkLst>
        </pc:spChg>
        <pc:spChg chg="add mod">
          <ac:chgData name="Maria Rita" userId="6072d1a607af3438" providerId="LiveId" clId="{E2C0015B-DB19-4E69-98EF-8810F8F8B916}" dt="2026-10-13T00:52:52.994" v="1606" actId="164"/>
          <ac:spMkLst>
            <pc:docMk/>
            <pc:sldMk cId="0" sldId="256"/>
            <ac:spMk id="12" creationId="{260A5732-61CA-E2D1-CCB0-A380A53FD303}"/>
          </ac:spMkLst>
        </pc:spChg>
        <pc:spChg chg="add del">
          <ac:chgData name="Maria Rita" userId="6072d1a607af3438" providerId="LiveId" clId="{E2C0015B-DB19-4E69-98EF-8810F8F8B916}" dt="2026-10-13T00:51:28.513" v="1553" actId="22"/>
          <ac:spMkLst>
            <pc:docMk/>
            <pc:sldMk cId="0" sldId="256"/>
            <ac:spMk id="14" creationId="{D68C9ACA-9074-63D2-3A2D-21F232212CFF}"/>
          </ac:spMkLst>
        </pc:spChg>
        <pc:spChg chg="add mod">
          <ac:chgData name="Maria Rita" userId="6072d1a607af3438" providerId="LiveId" clId="{E2C0015B-DB19-4E69-98EF-8810F8F8B916}" dt="2026-10-13T00:52:52.994" v="1606" actId="164"/>
          <ac:spMkLst>
            <pc:docMk/>
            <pc:sldMk cId="0" sldId="256"/>
            <ac:spMk id="16" creationId="{021F7662-C79F-175F-064C-1B5CE20D93BF}"/>
          </ac:spMkLst>
        </pc:spChg>
        <pc:grpChg chg="add mod">
          <ac:chgData name="Maria Rita" userId="6072d1a607af3438" providerId="LiveId" clId="{E2C0015B-DB19-4E69-98EF-8810F8F8B916}" dt="2026-10-13T00:54:31.540" v="1627" actId="1076"/>
          <ac:grpSpMkLst>
            <pc:docMk/>
            <pc:sldMk cId="0" sldId="256"/>
            <ac:grpSpMk id="4" creationId="{1D913A5F-FDEC-8607-ADE8-A9127271F4D0}"/>
          </ac:grpSpMkLst>
        </pc:grpChg>
        <pc:grpChg chg="add mod">
          <ac:chgData name="Maria Rita" userId="6072d1a607af3438" providerId="LiveId" clId="{E2C0015B-DB19-4E69-98EF-8810F8F8B916}" dt="2026-10-13T00:53:23.160" v="1612" actId="1076"/>
          <ac:grpSpMkLst>
            <pc:docMk/>
            <pc:sldMk cId="0" sldId="256"/>
            <ac:grpSpMk id="17" creationId="{D00D8935-475A-EDD4-8E76-A5AF334EDE12}"/>
          </ac:grpSpMkLst>
        </pc:grpChg>
        <pc:grpChg chg="add mod">
          <ac:chgData name="Maria Rita" userId="6072d1a607af3438" providerId="LiveId" clId="{E2C0015B-DB19-4E69-98EF-8810F8F8B916}" dt="2026-10-13T00:54:14.310" v="1626" actId="1076"/>
          <ac:grpSpMkLst>
            <pc:docMk/>
            <pc:sldMk cId="0" sldId="256"/>
            <ac:grpSpMk id="18" creationId="{2FF8D55D-2B89-0BDC-B855-E461198775C1}"/>
          </ac:grpSpMkLst>
        </pc:grpChg>
      </pc:sldChg>
      <pc:sldChg chg="modSp mod">
        <pc:chgData name="Maria Rita" userId="6072d1a607af3438" providerId="LiveId" clId="{E2C0015B-DB19-4E69-98EF-8810F8F8B916}" dt="2026-10-13T00:56:44.617" v="1629" actId="115"/>
        <pc:sldMkLst>
          <pc:docMk/>
          <pc:sldMk cId="0" sldId="259"/>
        </pc:sldMkLst>
        <pc:spChg chg="mod">
          <ac:chgData name="Maria Rita" userId="6072d1a607af3438" providerId="LiveId" clId="{E2C0015B-DB19-4E69-98EF-8810F8F8B916}" dt="2026-10-13T00:56:44.617" v="1629" actId="115"/>
          <ac:spMkLst>
            <pc:docMk/>
            <pc:sldMk cId="0" sldId="259"/>
            <ac:spMk id="2" creationId="{00000000-0000-0000-0000-000000000000}"/>
          </ac:spMkLst>
        </pc:spChg>
      </pc:sldChg>
      <pc:sldChg chg="addSp delSp modSp mod">
        <pc:chgData name="Maria Rita" userId="6072d1a607af3438" providerId="LiveId" clId="{E2C0015B-DB19-4E69-98EF-8810F8F8B916}" dt="2026-10-13T00:44:22.706" v="1242" actId="1076"/>
        <pc:sldMkLst>
          <pc:docMk/>
          <pc:sldMk cId="0" sldId="260"/>
        </pc:sldMkLst>
        <pc:spChg chg="mod">
          <ac:chgData name="Maria Rita" userId="6072d1a607af3438" providerId="LiveId" clId="{E2C0015B-DB19-4E69-98EF-8810F8F8B916}" dt="2026-10-12T23:56:23.385" v="24" actId="20577"/>
          <ac:spMkLst>
            <pc:docMk/>
            <pc:sldMk cId="0" sldId="260"/>
            <ac:spMk id="2" creationId="{00000000-0000-0000-0000-000000000000}"/>
          </ac:spMkLst>
        </pc:spChg>
        <pc:spChg chg="mod">
          <ac:chgData name="Maria Rita" userId="6072d1a607af3438" providerId="LiveId" clId="{E2C0015B-DB19-4E69-98EF-8810F8F8B916}" dt="2026-10-13T00:08:33.915" v="511" actId="164"/>
          <ac:spMkLst>
            <pc:docMk/>
            <pc:sldMk cId="0" sldId="260"/>
            <ac:spMk id="6" creationId="{00000000-0000-0000-0000-000000000000}"/>
          </ac:spMkLst>
        </pc:spChg>
        <pc:spChg chg="del">
          <ac:chgData name="Maria Rita" userId="6072d1a607af3438" providerId="LiveId" clId="{E2C0015B-DB19-4E69-98EF-8810F8F8B916}" dt="2026-10-12T23:56:52.367" v="25" actId="478"/>
          <ac:spMkLst>
            <pc:docMk/>
            <pc:sldMk cId="0" sldId="260"/>
            <ac:spMk id="7" creationId="{00000000-0000-0000-0000-000000000000}"/>
          </ac:spMkLst>
        </pc:spChg>
        <pc:spChg chg="mod ord">
          <ac:chgData name="Maria Rita" userId="6072d1a607af3438" providerId="LiveId" clId="{E2C0015B-DB19-4E69-98EF-8810F8F8B916}" dt="2026-10-13T00:09:47.659" v="520" actId="166"/>
          <ac:spMkLst>
            <pc:docMk/>
            <pc:sldMk cId="0" sldId="260"/>
            <ac:spMk id="8" creationId="{00000000-0000-0000-0000-000000000000}"/>
          </ac:spMkLst>
        </pc:spChg>
        <pc:spChg chg="del mod">
          <ac:chgData name="Maria Rita" userId="6072d1a607af3438" providerId="LiveId" clId="{E2C0015B-DB19-4E69-98EF-8810F8F8B916}" dt="2026-10-13T00:07:23.080" v="498" actId="478"/>
          <ac:spMkLst>
            <pc:docMk/>
            <pc:sldMk cId="0" sldId="260"/>
            <ac:spMk id="9" creationId="{00000000-0000-0000-0000-000000000000}"/>
          </ac:spMkLst>
        </pc:spChg>
        <pc:spChg chg="del mod">
          <ac:chgData name="Maria Rita" userId="6072d1a607af3438" providerId="LiveId" clId="{E2C0015B-DB19-4E69-98EF-8810F8F8B916}" dt="2026-10-13T00:07:25.773" v="503" actId="478"/>
          <ac:spMkLst>
            <pc:docMk/>
            <pc:sldMk cId="0" sldId="260"/>
            <ac:spMk id="10" creationId="{00000000-0000-0000-0000-000000000000}"/>
          </ac:spMkLst>
        </pc:spChg>
        <pc:spChg chg="del mod">
          <ac:chgData name="Maria Rita" userId="6072d1a607af3438" providerId="LiveId" clId="{E2C0015B-DB19-4E69-98EF-8810F8F8B916}" dt="2026-10-13T00:07:23.080" v="500"/>
          <ac:spMkLst>
            <pc:docMk/>
            <pc:sldMk cId="0" sldId="260"/>
            <ac:spMk id="11" creationId="{00000000-0000-0000-0000-000000000000}"/>
          </ac:spMkLst>
        </pc:spChg>
        <pc:spChg chg="del mod">
          <ac:chgData name="Maria Rita" userId="6072d1a607af3438" providerId="LiveId" clId="{E2C0015B-DB19-4E69-98EF-8810F8F8B916}" dt="2026-10-13T00:07:07.303" v="495" actId="21"/>
          <ac:spMkLst>
            <pc:docMk/>
            <pc:sldMk cId="0" sldId="260"/>
            <ac:spMk id="12" creationId="{00000000-0000-0000-0000-000000000000}"/>
          </ac:spMkLst>
        </pc:spChg>
        <pc:spChg chg="add del mod">
          <ac:chgData name="Maria Rita" userId="6072d1a607af3438" providerId="LiveId" clId="{E2C0015B-DB19-4E69-98EF-8810F8F8B916}" dt="2026-10-13T00:06:49.600" v="494" actId="478"/>
          <ac:spMkLst>
            <pc:docMk/>
            <pc:sldMk cId="0" sldId="260"/>
            <ac:spMk id="13" creationId="{00000000-0000-0000-0000-000000000000}"/>
          </ac:spMkLst>
        </pc:spChg>
        <pc:spChg chg="del">
          <ac:chgData name="Maria Rita" userId="6072d1a607af3438" providerId="LiveId" clId="{E2C0015B-DB19-4E69-98EF-8810F8F8B916}" dt="2026-10-13T00:07:26.850" v="504" actId="478"/>
          <ac:spMkLst>
            <pc:docMk/>
            <pc:sldMk cId="0" sldId="260"/>
            <ac:spMk id="15" creationId="{00000000-0000-0000-0000-000000000000}"/>
          </ac:spMkLst>
        </pc:spChg>
        <pc:spChg chg="del">
          <ac:chgData name="Maria Rita" userId="6072d1a607af3438" providerId="LiveId" clId="{E2C0015B-DB19-4E69-98EF-8810F8F8B916}" dt="2026-10-13T00:06:49.600" v="494" actId="478"/>
          <ac:spMkLst>
            <pc:docMk/>
            <pc:sldMk cId="0" sldId="260"/>
            <ac:spMk id="16" creationId="{00000000-0000-0000-0000-000000000000}"/>
          </ac:spMkLst>
        </pc:spChg>
        <pc:spChg chg="del mod">
          <ac:chgData name="Maria Rita" userId="6072d1a607af3438" providerId="LiveId" clId="{E2C0015B-DB19-4E69-98EF-8810F8F8B916}" dt="2026-10-13T00:07:30.876" v="507" actId="478"/>
          <ac:spMkLst>
            <pc:docMk/>
            <pc:sldMk cId="0" sldId="260"/>
            <ac:spMk id="17" creationId="{00000000-0000-0000-0000-000000000000}"/>
          </ac:spMkLst>
        </pc:spChg>
        <pc:spChg chg="del mod">
          <ac:chgData name="Maria Rita" userId="6072d1a607af3438" providerId="LiveId" clId="{E2C0015B-DB19-4E69-98EF-8810F8F8B916}" dt="2026-10-13T00:07:32.624" v="509" actId="478"/>
          <ac:spMkLst>
            <pc:docMk/>
            <pc:sldMk cId="0" sldId="260"/>
            <ac:spMk id="18" creationId="{00000000-0000-0000-0000-000000000000}"/>
          </ac:spMkLst>
        </pc:spChg>
        <pc:grpChg chg="add mod">
          <ac:chgData name="Maria Rita" userId="6072d1a607af3438" providerId="LiveId" clId="{E2C0015B-DB19-4E69-98EF-8810F8F8B916}" dt="2026-10-13T00:44:22.706" v="1242" actId="1076"/>
          <ac:grpSpMkLst>
            <pc:docMk/>
            <pc:sldMk cId="0" sldId="260"/>
            <ac:grpSpMk id="4" creationId="{4BCFBF66-A8E1-A508-75BF-D6504E95DE62}"/>
          </ac:grpSpMkLst>
        </pc:grpChg>
        <pc:picChg chg="add mod ord">
          <ac:chgData name="Maria Rita" userId="6072d1a607af3438" providerId="LiveId" clId="{E2C0015B-DB19-4E69-98EF-8810F8F8B916}" dt="2026-10-13T00:44:16.521" v="1241" actId="1076"/>
          <ac:picMkLst>
            <pc:docMk/>
            <pc:sldMk cId="0" sldId="260"/>
            <ac:picMk id="14" creationId="{70400D51-F05B-85CB-3685-78A1AF503B3E}"/>
          </ac:picMkLst>
        </pc:picChg>
      </pc:sldChg>
      <pc:sldChg chg="addSp delSp modSp add mod">
        <pc:chgData name="Maria Rita" userId="6072d1a607af3438" providerId="LiveId" clId="{E2C0015B-DB19-4E69-98EF-8810F8F8B916}" dt="2026-10-13T00:42:20.238" v="1237" actId="1076"/>
        <pc:sldMkLst>
          <pc:docMk/>
          <pc:sldMk cId="760060564" sldId="265"/>
        </pc:sldMkLst>
        <pc:spChg chg="mod">
          <ac:chgData name="Maria Rita" userId="6072d1a607af3438" providerId="LiveId" clId="{E2C0015B-DB19-4E69-98EF-8810F8F8B916}" dt="2026-10-13T00:25:57.668" v="953" actId="34135"/>
          <ac:spMkLst>
            <pc:docMk/>
            <pc:sldMk cId="760060564" sldId="265"/>
            <ac:spMk id="2" creationId="{C5094305-8C85-A818-FDAE-DCBB6710C907}"/>
          </ac:spMkLst>
        </pc:spChg>
        <pc:spChg chg="mod">
          <ac:chgData name="Maria Rita" userId="6072d1a607af3438" providerId="LiveId" clId="{E2C0015B-DB19-4E69-98EF-8810F8F8B916}" dt="2026-10-13T00:29:37.779" v="1039" actId="20577"/>
          <ac:spMkLst>
            <pc:docMk/>
            <pc:sldMk cId="760060564" sldId="265"/>
            <ac:spMk id="6" creationId="{E85EB215-936F-DC1C-FD87-2D90116A9623}"/>
          </ac:spMkLst>
        </pc:spChg>
        <pc:spChg chg="del">
          <ac:chgData name="Maria Rita" userId="6072d1a607af3438" providerId="LiveId" clId="{E2C0015B-DB19-4E69-98EF-8810F8F8B916}" dt="2026-10-13T00:17:42.310" v="769" actId="478"/>
          <ac:spMkLst>
            <pc:docMk/>
            <pc:sldMk cId="760060564" sldId="265"/>
            <ac:spMk id="7" creationId="{283F7B1E-AD22-42E4-6979-9F9263827AF1}"/>
          </ac:spMkLst>
        </pc:spChg>
        <pc:spChg chg="mod">
          <ac:chgData name="Maria Rita" userId="6072d1a607af3438" providerId="LiveId" clId="{E2C0015B-DB19-4E69-98EF-8810F8F8B916}" dt="2026-10-13T00:29:38.299" v="1040" actId="5793"/>
          <ac:spMkLst>
            <pc:docMk/>
            <pc:sldMk cId="760060564" sldId="265"/>
            <ac:spMk id="8" creationId="{4494D955-79B7-5615-A3A5-D4585D3809E1}"/>
          </ac:spMkLst>
        </pc:spChg>
        <pc:spChg chg="mod">
          <ac:chgData name="Maria Rita" userId="6072d1a607af3438" providerId="LiveId" clId="{E2C0015B-DB19-4E69-98EF-8810F8F8B916}" dt="2026-10-13T00:39:30.610" v="1200" actId="1076"/>
          <ac:spMkLst>
            <pc:docMk/>
            <pc:sldMk cId="760060564" sldId="265"/>
            <ac:spMk id="9" creationId="{C4357678-8523-53F2-615B-CC28AC90D6EA}"/>
          </ac:spMkLst>
        </pc:spChg>
        <pc:spChg chg="del mod">
          <ac:chgData name="Maria Rita" userId="6072d1a607af3438" providerId="LiveId" clId="{E2C0015B-DB19-4E69-98EF-8810F8F8B916}" dt="2026-10-13T00:25:31.758" v="941" actId="478"/>
          <ac:spMkLst>
            <pc:docMk/>
            <pc:sldMk cId="760060564" sldId="265"/>
            <ac:spMk id="10" creationId="{40865BC2-0E19-7E74-5877-B500A7662FE1}"/>
          </ac:spMkLst>
        </pc:spChg>
        <pc:spChg chg="mod">
          <ac:chgData name="Maria Rita" userId="6072d1a607af3438" providerId="LiveId" clId="{E2C0015B-DB19-4E69-98EF-8810F8F8B916}" dt="2026-10-13T00:26:07.891" v="957" actId="164"/>
          <ac:spMkLst>
            <pc:docMk/>
            <pc:sldMk cId="760060564" sldId="265"/>
            <ac:spMk id="11" creationId="{E937F416-09A8-258F-15CC-AE1577693AAB}"/>
          </ac:spMkLst>
        </pc:spChg>
        <pc:spChg chg="mod">
          <ac:chgData name="Maria Rita" userId="6072d1a607af3438" providerId="LiveId" clId="{E2C0015B-DB19-4E69-98EF-8810F8F8B916}" dt="2026-10-13T00:41:57.715" v="1232" actId="1076"/>
          <ac:spMkLst>
            <pc:docMk/>
            <pc:sldMk cId="760060564" sldId="265"/>
            <ac:spMk id="12" creationId="{EEBD569C-2811-DABA-E662-7366F6547F02}"/>
          </ac:spMkLst>
        </pc:spChg>
        <pc:spChg chg="add del mod">
          <ac:chgData name="Maria Rita" userId="6072d1a607af3438" providerId="LiveId" clId="{E2C0015B-DB19-4E69-98EF-8810F8F8B916}" dt="2026-10-13T00:24:46.470" v="936" actId="164"/>
          <ac:spMkLst>
            <pc:docMk/>
            <pc:sldMk cId="760060564" sldId="265"/>
            <ac:spMk id="13" creationId="{395411BB-51E0-4998-1D76-1F2B06CF3F66}"/>
          </ac:spMkLst>
        </pc:spChg>
        <pc:spChg chg="add del mod">
          <ac:chgData name="Maria Rita" userId="6072d1a607af3438" providerId="LiveId" clId="{E2C0015B-DB19-4E69-98EF-8810F8F8B916}" dt="2026-10-13T00:26:01.398" v="956"/>
          <ac:spMkLst>
            <pc:docMk/>
            <pc:sldMk cId="760060564" sldId="265"/>
            <ac:spMk id="14" creationId="{EFB0BF8F-E708-F63B-8F0C-0EB2DFF02224}"/>
          </ac:spMkLst>
        </pc:spChg>
        <pc:spChg chg="del">
          <ac:chgData name="Maria Rita" userId="6072d1a607af3438" providerId="LiveId" clId="{E2C0015B-DB19-4E69-98EF-8810F8F8B916}" dt="2026-10-13T00:25:35.794" v="943" actId="478"/>
          <ac:spMkLst>
            <pc:docMk/>
            <pc:sldMk cId="760060564" sldId="265"/>
            <ac:spMk id="15" creationId="{B530E820-5410-0C34-3BC2-38483F119740}"/>
          </ac:spMkLst>
        </pc:spChg>
        <pc:spChg chg="del">
          <ac:chgData name="Maria Rita" userId="6072d1a607af3438" providerId="LiveId" clId="{E2C0015B-DB19-4E69-98EF-8810F8F8B916}" dt="2026-10-13T00:25:34.780" v="942" actId="478"/>
          <ac:spMkLst>
            <pc:docMk/>
            <pc:sldMk cId="760060564" sldId="265"/>
            <ac:spMk id="16" creationId="{946D7491-AF5B-D8B0-5478-61ADF76020B3}"/>
          </ac:spMkLst>
        </pc:spChg>
        <pc:spChg chg="add del mod">
          <ac:chgData name="Maria Rita" userId="6072d1a607af3438" providerId="LiveId" clId="{E2C0015B-DB19-4E69-98EF-8810F8F8B916}" dt="2026-10-13T00:25:48.722" v="950" actId="478"/>
          <ac:spMkLst>
            <pc:docMk/>
            <pc:sldMk cId="760060564" sldId="265"/>
            <ac:spMk id="17" creationId="{A294C6D4-8803-99E7-7002-F621CB659D9A}"/>
          </ac:spMkLst>
        </pc:spChg>
        <pc:spChg chg="del">
          <ac:chgData name="Maria Rita" userId="6072d1a607af3438" providerId="LiveId" clId="{E2C0015B-DB19-4E69-98EF-8810F8F8B916}" dt="2026-10-13T00:40:13.432" v="1209" actId="478"/>
          <ac:spMkLst>
            <pc:docMk/>
            <pc:sldMk cId="760060564" sldId="265"/>
            <ac:spMk id="18" creationId="{87AC288C-263F-14EB-8B23-1EA692A8DF36}"/>
          </ac:spMkLst>
        </pc:spChg>
        <pc:spChg chg="add del mod">
          <ac:chgData name="Maria Rita" userId="6072d1a607af3438" providerId="LiveId" clId="{E2C0015B-DB19-4E69-98EF-8810F8F8B916}" dt="2026-10-13T00:39:25.376" v="1198" actId="478"/>
          <ac:spMkLst>
            <pc:docMk/>
            <pc:sldMk cId="760060564" sldId="265"/>
            <ac:spMk id="20" creationId="{AD7A9453-F202-5FA6-0DA6-CFEC42004057}"/>
          </ac:spMkLst>
        </pc:spChg>
        <pc:spChg chg="mod">
          <ac:chgData name="Maria Rita" userId="6072d1a607af3438" providerId="LiveId" clId="{E2C0015B-DB19-4E69-98EF-8810F8F8B916}" dt="2026-10-13T00:31:27.531" v="1067" actId="164"/>
          <ac:spMkLst>
            <pc:docMk/>
            <pc:sldMk cId="760060564" sldId="265"/>
            <ac:spMk id="22" creationId="{1E937703-FA27-B113-C8B5-57A0888F8FA1}"/>
          </ac:spMkLst>
        </pc:spChg>
        <pc:spChg chg="mod">
          <ac:chgData name="Maria Rita" userId="6072d1a607af3438" providerId="LiveId" clId="{E2C0015B-DB19-4E69-98EF-8810F8F8B916}" dt="2026-10-13T00:31:27.531" v="1067" actId="164"/>
          <ac:spMkLst>
            <pc:docMk/>
            <pc:sldMk cId="760060564" sldId="265"/>
            <ac:spMk id="23" creationId="{CE73B1F5-A6E9-29AE-AED1-B906A2DB7E26}"/>
          </ac:spMkLst>
        </pc:spChg>
        <pc:grpChg chg="add mod">
          <ac:chgData name="Maria Rita" userId="6072d1a607af3438" providerId="LiveId" clId="{E2C0015B-DB19-4E69-98EF-8810F8F8B916}" dt="2026-10-13T00:40:01.701" v="1206" actId="1076"/>
          <ac:grpSpMkLst>
            <pc:docMk/>
            <pc:sldMk cId="760060564" sldId="265"/>
            <ac:grpSpMk id="4" creationId="{ABF5922E-D1AF-1DC1-AD25-44351B930879}"/>
          </ac:grpSpMkLst>
        </pc:grpChg>
        <pc:grpChg chg="add mod">
          <ac:chgData name="Maria Rita" userId="6072d1a607af3438" providerId="LiveId" clId="{E2C0015B-DB19-4E69-98EF-8810F8F8B916}" dt="2026-10-13T00:42:13.044" v="1235" actId="1076"/>
          <ac:grpSpMkLst>
            <pc:docMk/>
            <pc:sldMk cId="760060564" sldId="265"/>
            <ac:grpSpMk id="5" creationId="{B41AB6EF-BC51-152C-A5B2-2505DC6CAA11}"/>
          </ac:grpSpMkLst>
        </pc:grpChg>
        <pc:grpChg chg="add mod">
          <ac:chgData name="Maria Rita" userId="6072d1a607af3438" providerId="LiveId" clId="{E2C0015B-DB19-4E69-98EF-8810F8F8B916}" dt="2026-10-13T00:42:20.238" v="1237" actId="1076"/>
          <ac:grpSpMkLst>
            <pc:docMk/>
            <pc:sldMk cId="760060564" sldId="265"/>
            <ac:grpSpMk id="19" creationId="{FBAC371E-EC1A-46F8-5A20-BE8529371712}"/>
          </ac:grpSpMkLst>
        </pc:grpChg>
        <pc:grpChg chg="add mod ord">
          <ac:chgData name="Maria Rita" userId="6072d1a607af3438" providerId="LiveId" clId="{E2C0015B-DB19-4E69-98EF-8810F8F8B916}" dt="2026-10-13T00:41:23.850" v="1221" actId="164"/>
          <ac:grpSpMkLst>
            <pc:docMk/>
            <pc:sldMk cId="760060564" sldId="265"/>
            <ac:grpSpMk id="21" creationId="{C0E987F9-3645-A9F8-2970-CCA7125226C3}"/>
          </ac:grpSpMkLst>
        </pc:grpChg>
        <pc:grpChg chg="add mod">
          <ac:chgData name="Maria Rita" userId="6072d1a607af3438" providerId="LiveId" clId="{E2C0015B-DB19-4E69-98EF-8810F8F8B916}" dt="2026-10-13T00:31:27.531" v="1067" actId="164"/>
          <ac:grpSpMkLst>
            <pc:docMk/>
            <pc:sldMk cId="760060564" sldId="265"/>
            <ac:grpSpMk id="24" creationId="{226EE300-ADE2-9D1C-B22F-8B33D82D8CC4}"/>
          </ac:grpSpMkLst>
        </pc:grpChg>
        <pc:grpChg chg="add mod">
          <ac:chgData name="Maria Rita" userId="6072d1a607af3438" providerId="LiveId" clId="{E2C0015B-DB19-4E69-98EF-8810F8F8B916}" dt="2026-10-13T00:41:42.604" v="1228" actId="1076"/>
          <ac:grpSpMkLst>
            <pc:docMk/>
            <pc:sldMk cId="760060564" sldId="265"/>
            <ac:grpSpMk id="27" creationId="{07E2DCD2-5192-4AC9-A712-B63E31C08D6A}"/>
          </ac:grpSpMkLst>
        </pc:grpChg>
        <pc:picChg chg="add mod modCrop">
          <ac:chgData name="Maria Rita" userId="6072d1a607af3438" providerId="LiveId" clId="{E2C0015B-DB19-4E69-98EF-8810F8F8B916}" dt="2026-10-13T00:41:23.850" v="1221" actId="164"/>
          <ac:picMkLst>
            <pc:docMk/>
            <pc:sldMk cId="760060564" sldId="265"/>
            <ac:picMk id="26" creationId="{C5CA39D5-5415-BD86-98C1-B5D2D5C476E1}"/>
          </ac:picMkLst>
        </pc:picChg>
      </pc:sldChg>
      <pc:sldChg chg="add del">
        <pc:chgData name="Maria Rita" userId="6072d1a607af3438" providerId="LiveId" clId="{E2C0015B-DB19-4E69-98EF-8810F8F8B916}" dt="2026-10-13T00:12:19.132" v="579" actId="2890"/>
        <pc:sldMkLst>
          <pc:docMk/>
          <pc:sldMk cId="707577077" sldId="266"/>
        </pc:sldMkLst>
      </pc:sldChg>
      <pc:sldChg chg="add">
        <pc:chgData name="Maria Rita" userId="6072d1a607af3438" providerId="LiveId" clId="{E2C0015B-DB19-4E69-98EF-8810F8F8B916}" dt="2026-10-13T00:12:40.933" v="587" actId="2890"/>
        <pc:sldMkLst>
          <pc:docMk/>
          <pc:sldMk cId="3969564750" sldId="266"/>
        </pc:sldMkLst>
      </pc:sldChg>
      <pc:sldChg chg="add">
        <pc:chgData name="Maria Rita" userId="6072d1a607af3438" providerId="LiveId" clId="{E2C0015B-DB19-4E69-98EF-8810F8F8B916}" dt="2026-10-13T00:45:01.438" v="1243" actId="2890"/>
        <pc:sldMkLst>
          <pc:docMk/>
          <pc:sldMk cId="85665319" sldId="26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252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801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3907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861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204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5422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833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0090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09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487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749096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180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426313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4609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8262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02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827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0C7D40-D0B2-440E-B43C-8427721AC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1559" y="218741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pt-BR" dirty="0"/>
              <a:t>Identificação de Processos e Sintonia de Controladores PID</a:t>
            </a:r>
            <a:br>
              <a:rPr lang="pt-BR" dirty="0"/>
            </a:br>
            <a:br>
              <a:rPr lang="pt-BR" dirty="0"/>
            </a:br>
            <a:r>
              <a:rPr lang="pt-BR" sz="2200" dirty="0"/>
              <a:t>Grupo 2 — C13 Sistemas Embarcados</a:t>
            </a:r>
            <a:br>
              <a:rPr lang="pt-BR" dirty="0"/>
            </a:br>
            <a:r>
              <a:rPr lang="pt-BR" dirty="0"/>
              <a:t> 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7E2BF2F-1C7C-4FBA-B0D7-09116F05F4D3}"/>
              </a:ext>
            </a:extLst>
          </p:cNvPr>
          <p:cNvSpPr txBox="1"/>
          <p:nvPr/>
        </p:nvSpPr>
        <p:spPr>
          <a:xfrm flipH="1">
            <a:off x="596225" y="5840963"/>
            <a:ext cx="3117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Equipe: Maria – Julia - Raissa</a:t>
            </a:r>
          </a:p>
        </p:txBody>
      </p:sp>
    </p:spTree>
    <p:extLst>
      <p:ext uri="{BB962C8B-B14F-4D97-AF65-F5344CB8AC3E}">
        <p14:creationId xmlns:p14="http://schemas.microsoft.com/office/powerpoint/2010/main" val="4174050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70400D51-F05B-85CB-3685-78A1AF503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50320"/>
            <a:ext cx="8139562" cy="3216326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94360" y="320040"/>
            <a:ext cx="10972800" cy="48936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lang="pt-BR" dirty="0"/>
              <a:t>Como funciona o motor CC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4BCFBF66-A8E1-A508-75BF-D6504E95DE62}"/>
              </a:ext>
            </a:extLst>
          </p:cNvPr>
          <p:cNvGrpSpPr/>
          <p:nvPr/>
        </p:nvGrpSpPr>
        <p:grpSpPr>
          <a:xfrm>
            <a:off x="725714" y="4541490"/>
            <a:ext cx="4686300" cy="2132380"/>
            <a:chOff x="781812" y="1265685"/>
            <a:chExt cx="5257800" cy="2132380"/>
          </a:xfrm>
        </p:grpSpPr>
        <p:sp>
          <p:nvSpPr>
            <p:cNvPr id="6" name="Rounded Rectangle 5"/>
            <p:cNvSpPr/>
            <p:nvPr/>
          </p:nvSpPr>
          <p:spPr>
            <a:xfrm>
              <a:off x="781812" y="1265685"/>
              <a:ext cx="5257800" cy="2132380"/>
            </a:xfrm>
            <a:prstGeom prst="roundRect">
              <a:avLst/>
            </a:prstGeom>
            <a:solidFill>
              <a:srgbClr val="F0F5F8"/>
            </a:solidFill>
            <a:ln>
              <a:solidFill>
                <a:srgbClr val="DCE5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/>
                <p:cNvSpPr txBox="1"/>
                <p:nvPr/>
              </p:nvSpPr>
              <p:spPr>
                <a:xfrm>
                  <a:off x="987552" y="1501840"/>
                  <a:ext cx="4846320" cy="1660070"/>
                </a:xfrm>
                <a:prstGeom prst="rect">
                  <a:avLst/>
                </a:prstGeom>
                <a:noFill/>
              </p:spPr>
              <p:txBody>
                <a:bodyPr wrap="square" lIns="45720" tIns="36576" rIns="45720" bIns="36576" anchor="t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  <a:defRPr sz="1700" b="0">
                      <a:solidFill>
                        <a:srgbClr val="2B343E"/>
                      </a:solidFill>
                      <a:latin typeface="Aptos"/>
                    </a:defRPr>
                  </a:pPr>
                  <a:r>
                    <a:rPr lang="pt-BR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O estator gera o campo, armadura gira:</a:t>
                  </a:r>
                </a:p>
                <a:p>
                  <a:pPr>
                    <a:defRPr sz="1700" b="0">
                      <a:solidFill>
                        <a:srgbClr val="2B343E"/>
                      </a:solidFill>
                      <a:latin typeface="Aptos"/>
                    </a:defRPr>
                  </a:pPr>
                  <a14:m>
                    <m:oMathPara xmlns:m="http://schemas.openxmlformats.org/officeDocument/2006/math">
                      <m:oMath>
                        <m:r>
                          <m:rPr>
                            <m:nor/>
                          </m:rPr>
                          <a:rPr lang="pt-BR" sz="1700">
                            <a:solidFill>
                              <a:srgbClr val="2B343E"/>
                            </a:solidFill>
                            <a:latin typeface="Aptos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pt-BR" sz="1700" b="0" i="0" smtClean="0">
                            <a:solidFill>
                              <a:srgbClr val="2B343E"/>
                            </a:solidFill>
                            <a:latin typeface="Aptos"/>
                          </a:rPr>
                          <m:t>T=K_t I_a</m:t>
                        </m:r>
                      </m:oMath>
                    </m:oMathPara>
                  </a14:m>
                  <a:endParaRPr lang="pt-BR" sz="14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:pPr>
                    <a:defRPr sz="1700" b="0">
                      <a:solidFill>
                        <a:srgbClr val="2B343E"/>
                      </a:solidFill>
                      <a:latin typeface="Aptos"/>
                    </a:defRPr>
                  </a:pPr>
                  <a14:m>
                    <m:oMathPara xmlns:m="http://schemas.openxmlformats.org/officeDocument/2006/math">
                      <m:oMath>
                        <m:r>
                          <a:rPr lang="pt-B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𝐸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</m:t>
                        </m:r>
                      </m:oMath>
                    </m:oMathPara>
                  </a14:m>
                  <a:endParaRPr lang="pt-BR" sz="14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:pPr>
                    <a:defRPr sz="1700" b="0">
                      <a:solidFill>
                        <a:srgbClr val="2B343E"/>
                      </a:solidFill>
                      <a:latin typeface="Aptos"/>
                    </a:defRPr>
                  </a:pPr>
                  <a:endParaRPr lang="pt-BR" sz="14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  <a:defRPr sz="1700" b="0">
                      <a:solidFill>
                        <a:srgbClr val="2B343E"/>
                      </a:solidFill>
                      <a:latin typeface="Aptos"/>
                    </a:defRPr>
                  </a:pPr>
                  <a:r>
                    <a:rPr lang="pt-BR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A força contra eletromotriz é o que estabiliza a velocidade, sendo assim, quanto mais rápido, menor a corrente e o torque.</a:t>
                  </a:r>
                </a:p>
              </p:txBody>
            </p:sp>
          </mc:Choice>
          <mc:Fallback>
            <p:sp>
              <p:nvSpPr>
                <p:cNvPr id="8" name="TextBox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552" y="1501840"/>
                  <a:ext cx="4846320" cy="1660070"/>
                </a:xfrm>
                <a:prstGeom prst="rect">
                  <a:avLst/>
                </a:prstGeom>
                <a:blipFill>
                  <a:blip r:embed="rId3"/>
                  <a:stretch>
                    <a:fillRect l="-1269" t="-1471" b="-367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16D006-CB03-BBC4-1EE9-BF025AEC7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094305-8C85-A818-FDAE-DCBB6710C90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94360" y="320040"/>
            <a:ext cx="10972800" cy="48936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lang="pt-BR" dirty="0"/>
              <a:t>Do motor ao modelo FOPDT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387E07-9AD7-8505-90A7-D57F551469F3}"/>
              </a:ext>
            </a:extLst>
          </p:cNvPr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ABF5922E-D1AF-1DC1-AD25-44351B930879}"/>
              </a:ext>
            </a:extLst>
          </p:cNvPr>
          <p:cNvGrpSpPr/>
          <p:nvPr/>
        </p:nvGrpSpPr>
        <p:grpSpPr>
          <a:xfrm>
            <a:off x="621793" y="1480479"/>
            <a:ext cx="4545294" cy="1719609"/>
            <a:chOff x="731520" y="1426297"/>
            <a:chExt cx="5257800" cy="1797100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E85EB215-936F-DC1C-FD87-2D90116A9623}"/>
                </a:ext>
              </a:extLst>
            </p:cNvPr>
            <p:cNvSpPr/>
            <p:nvPr/>
          </p:nvSpPr>
          <p:spPr>
            <a:xfrm>
              <a:off x="731520" y="1426297"/>
              <a:ext cx="5257800" cy="1797100"/>
            </a:xfrm>
            <a:prstGeom prst="roundRect">
              <a:avLst/>
            </a:prstGeom>
            <a:solidFill>
              <a:srgbClr val="F0F5F8"/>
            </a:solidFill>
            <a:ln>
              <a:solidFill>
                <a:srgbClr val="DCE5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494D955-79B7-5615-A3A5-D4585D3809E1}"/>
                </a:ext>
              </a:extLst>
            </p:cNvPr>
            <p:cNvSpPr txBox="1"/>
            <p:nvPr/>
          </p:nvSpPr>
          <p:spPr>
            <a:xfrm>
              <a:off x="937260" y="1781861"/>
              <a:ext cx="4846320" cy="772924"/>
            </a:xfrm>
            <a:prstGeom prst="rect">
              <a:avLst/>
            </a:prstGeom>
            <a:noFill/>
          </p:spPr>
          <p:txBody>
            <a:bodyPr wrap="square" lIns="45720" tIns="36576" rIns="45720" bIns="36576" anchor="t">
              <a:spAutoFit/>
            </a:bodyPr>
            <a:lstStyle/>
            <a:p>
              <a:pPr marL="285750" indent="-285750" algn="l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r>
                <a:rPr lang="pt-BR" sz="1400" dirty="0">
                  <a:latin typeface="Arial" panose="020B0604020202020204" pitchFamily="34" charset="0"/>
                  <a:cs typeface="Arial" panose="020B0604020202020204" pitchFamily="34" charset="0"/>
                </a:rPr>
                <a:t>O modelo físico é de segunda ordem, mas o polo elétrico é muito mais rápido que o mecânico, então sobra um modelo de primeira ordem.</a:t>
              </a:r>
            </a:p>
            <a:p>
              <a:pPr>
                <a:defRPr sz="1700" b="0">
                  <a:solidFill>
                    <a:srgbClr val="2B343E"/>
                  </a:solidFill>
                  <a:latin typeface="Aptos"/>
                </a:defRPr>
              </a:pPr>
              <a:endParaRPr lang="pt-BR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FBAC371E-EC1A-46F8-5A20-BE8529371712}"/>
              </a:ext>
            </a:extLst>
          </p:cNvPr>
          <p:cNvGrpSpPr/>
          <p:nvPr/>
        </p:nvGrpSpPr>
        <p:grpSpPr>
          <a:xfrm>
            <a:off x="5547137" y="3926585"/>
            <a:ext cx="4004492" cy="1934330"/>
            <a:chOff x="6126479" y="1280160"/>
            <a:chExt cx="5248469" cy="214884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C4357678-8523-53F2-615B-CC28AC90D6EA}"/>
                </a:ext>
              </a:extLst>
            </p:cNvPr>
            <p:cNvSpPr/>
            <p:nvPr/>
          </p:nvSpPr>
          <p:spPr>
            <a:xfrm>
              <a:off x="6126479" y="1280160"/>
              <a:ext cx="5248469" cy="2148840"/>
            </a:xfrm>
            <a:prstGeom prst="roundRect">
              <a:avLst/>
            </a:prstGeom>
            <a:solidFill>
              <a:srgbClr val="F0F5F8"/>
            </a:solidFill>
            <a:ln>
              <a:solidFill>
                <a:srgbClr val="DCE5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37F416-09A8-258F-15CC-AE1577693AAB}"/>
                </a:ext>
              </a:extLst>
            </p:cNvPr>
            <p:cNvSpPr txBox="1"/>
            <p:nvPr/>
          </p:nvSpPr>
          <p:spPr>
            <a:xfrm>
              <a:off x="6355080" y="1965960"/>
              <a:ext cx="4846320" cy="812530"/>
            </a:xfrm>
            <a:prstGeom prst="rect">
              <a:avLst/>
            </a:prstGeom>
            <a:noFill/>
          </p:spPr>
          <p:txBody>
            <a:bodyPr wrap="square" lIns="45720" tIns="36576" rIns="45720" bIns="36576" anchor="t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r>
                <a:rPr lang="pt-BR" sz="1700" dirty="0">
                  <a:solidFill>
                    <a:srgbClr val="2B343E"/>
                  </a:solidFill>
                  <a:latin typeface="Aptos"/>
                </a:rPr>
                <a:t>τ ≈ 20 s indica um motor acionando uma carga com bastante inércia.</a:t>
              </a:r>
            </a:p>
            <a:p>
              <a:pPr marL="285750" indent="-285750" algn="l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endParaRPr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5" name="Agrupar 4">
            <a:extLst>
              <a:ext uri="{FF2B5EF4-FFF2-40B4-BE49-F238E27FC236}">
                <a16:creationId xmlns:a16="http://schemas.microsoft.com/office/drawing/2014/main" id="{B41AB6EF-BC51-152C-A5B2-2505DC6CAA11}"/>
              </a:ext>
            </a:extLst>
          </p:cNvPr>
          <p:cNvGrpSpPr/>
          <p:nvPr/>
        </p:nvGrpSpPr>
        <p:grpSpPr>
          <a:xfrm>
            <a:off x="5547137" y="1484782"/>
            <a:ext cx="4004492" cy="2151047"/>
            <a:chOff x="731520" y="3790868"/>
            <a:chExt cx="5148070" cy="2151047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EBD569C-2811-DABA-E662-7366F6547F02}"/>
                </a:ext>
              </a:extLst>
            </p:cNvPr>
            <p:cNvSpPr/>
            <p:nvPr/>
          </p:nvSpPr>
          <p:spPr>
            <a:xfrm>
              <a:off x="731520" y="3790868"/>
              <a:ext cx="5148070" cy="2151047"/>
            </a:xfrm>
            <a:prstGeom prst="roundRect">
              <a:avLst/>
            </a:prstGeom>
            <a:solidFill>
              <a:srgbClr val="F0F5F8"/>
            </a:solidFill>
            <a:ln>
              <a:solidFill>
                <a:srgbClr val="DCE5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Tempo de amostragem.</a:t>
              </a:r>
            </a:p>
            <a:p>
              <a:endPara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Filtragem da medição.</a:t>
              </a:r>
            </a:p>
            <a:p>
              <a:endPara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Atrito estático.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95411BB-51E0-4998-1D76-1F2B06CF3F66}"/>
                </a:ext>
              </a:extLst>
            </p:cNvPr>
            <p:cNvSpPr txBox="1"/>
            <p:nvPr/>
          </p:nvSpPr>
          <p:spPr>
            <a:xfrm>
              <a:off x="1033270" y="3887861"/>
              <a:ext cx="4846320" cy="304699"/>
            </a:xfrm>
            <a:prstGeom prst="rect">
              <a:avLst/>
            </a:prstGeom>
            <a:noFill/>
          </p:spPr>
          <p:txBody>
            <a:bodyPr wrap="square" lIns="45720" tIns="36576" rIns="45720" bIns="36576" anchor="t">
              <a:spAutoFit/>
            </a:bodyPr>
            <a:lstStyle/>
            <a:p>
              <a:pPr>
                <a:defRPr sz="1500" b="1">
                  <a:solidFill>
                    <a:srgbClr val="CD7731"/>
                  </a:solidFill>
                  <a:latin typeface="Aptos"/>
                </a:defRPr>
              </a:pPr>
              <a:r>
                <a:rPr lang="pt-BR" sz="1500" dirty="0">
                  <a:solidFill>
                    <a:srgbClr val="CD7731"/>
                  </a:solidFill>
                  <a:latin typeface="Aptos"/>
                </a:rPr>
                <a:t>De onde vem θ num motor</a:t>
              </a:r>
              <a:endParaRPr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7" name="Agrupar 26">
            <a:extLst>
              <a:ext uri="{FF2B5EF4-FFF2-40B4-BE49-F238E27FC236}">
                <a16:creationId xmlns:a16="http://schemas.microsoft.com/office/drawing/2014/main" id="{07E2DCD2-5192-4AC9-A712-B63E31C08D6A}"/>
              </a:ext>
            </a:extLst>
          </p:cNvPr>
          <p:cNvGrpSpPr/>
          <p:nvPr/>
        </p:nvGrpSpPr>
        <p:grpSpPr>
          <a:xfrm>
            <a:off x="621793" y="3657913"/>
            <a:ext cx="3872078" cy="1856608"/>
            <a:chOff x="6830035" y="1396285"/>
            <a:chExt cx="4004492" cy="1934330"/>
          </a:xfrm>
        </p:grpSpPr>
        <p:grpSp>
          <p:nvGrpSpPr>
            <p:cNvPr id="21" name="Agrupar 20">
              <a:extLst>
                <a:ext uri="{FF2B5EF4-FFF2-40B4-BE49-F238E27FC236}">
                  <a16:creationId xmlns:a16="http://schemas.microsoft.com/office/drawing/2014/main" id="{C0E987F9-3645-A9F8-2970-CCA7125226C3}"/>
                </a:ext>
              </a:extLst>
            </p:cNvPr>
            <p:cNvGrpSpPr/>
            <p:nvPr/>
          </p:nvGrpSpPr>
          <p:grpSpPr>
            <a:xfrm>
              <a:off x="6830035" y="1396285"/>
              <a:ext cx="4004492" cy="1934330"/>
              <a:chOff x="6126479" y="1280160"/>
              <a:chExt cx="5248469" cy="2148840"/>
            </a:xfrm>
          </p:grpSpPr>
          <p:sp>
            <p:nvSpPr>
              <p:cNvPr id="22" name="Rounded Rectangle 8">
                <a:extLst>
                  <a:ext uri="{FF2B5EF4-FFF2-40B4-BE49-F238E27FC236}">
                    <a16:creationId xmlns:a16="http://schemas.microsoft.com/office/drawing/2014/main" id="{1E937703-FA27-B113-C8B5-57A0888F8FA1}"/>
                  </a:ext>
                </a:extLst>
              </p:cNvPr>
              <p:cNvSpPr/>
              <p:nvPr/>
            </p:nvSpPr>
            <p:spPr>
              <a:xfrm>
                <a:off x="6126479" y="1280160"/>
                <a:ext cx="5248469" cy="2148840"/>
              </a:xfrm>
              <a:prstGeom prst="roundRect">
                <a:avLst/>
              </a:prstGeom>
              <a:solidFill>
                <a:srgbClr val="F0F5F8"/>
              </a:solidFill>
              <a:ln>
                <a:solidFill>
                  <a:srgbClr val="DCE5E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dirty="0"/>
              </a:p>
            </p:txBody>
          </p:sp>
          <p:sp>
            <p:nvSpPr>
              <p:cNvPr id="23" name="TextBox 10">
                <a:extLst>
                  <a:ext uri="{FF2B5EF4-FFF2-40B4-BE49-F238E27FC236}">
                    <a16:creationId xmlns:a16="http://schemas.microsoft.com/office/drawing/2014/main" id="{CE73B1F5-A6E9-29AE-AED1-B906A2DB7E26}"/>
                  </a:ext>
                </a:extLst>
              </p:cNvPr>
              <p:cNvSpPr txBox="1"/>
              <p:nvPr/>
            </p:nvSpPr>
            <p:spPr>
              <a:xfrm>
                <a:off x="6355080" y="1965961"/>
                <a:ext cx="4846320" cy="321393"/>
              </a:xfrm>
              <a:prstGeom prst="rect">
                <a:avLst/>
              </a:prstGeom>
              <a:noFill/>
            </p:spPr>
            <p:txBody>
              <a:bodyPr wrap="square" lIns="45720" tIns="36576" rIns="45720" bIns="36576" anchor="t">
                <a:spAutoFit/>
              </a:bodyPr>
              <a:lstStyle/>
              <a:p>
                <a:pPr marL="285750" indent="-285750" algn="l">
                  <a:buFont typeface="Arial" panose="020B0604020202020204" pitchFamily="34" charset="0"/>
                  <a:buChar char="•"/>
                  <a:defRPr sz="1700" b="0">
                    <a:solidFill>
                      <a:srgbClr val="2B343E"/>
                    </a:solidFill>
                    <a:latin typeface="Aptos"/>
                  </a:defRPr>
                </a:pPr>
                <a:endParaRPr sz="1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pic>
          <p:nvPicPr>
            <p:cNvPr id="26" name="Imagem 25">
              <a:extLst>
                <a:ext uri="{FF2B5EF4-FFF2-40B4-BE49-F238E27FC236}">
                  <a16:creationId xmlns:a16="http://schemas.microsoft.com/office/drawing/2014/main" id="{C5CA39D5-5415-BD86-98C1-B5D2D5C47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7118970" y="1778032"/>
              <a:ext cx="3426622" cy="1122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600605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94360" y="320040"/>
            <a:ext cx="10972800" cy="48936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lang="pt-BR" dirty="0" err="1"/>
              <a:t>Dataset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1D913A5F-FDEC-8607-ADE8-A9127271F4D0}"/>
              </a:ext>
            </a:extLst>
          </p:cNvPr>
          <p:cNvGrpSpPr/>
          <p:nvPr/>
        </p:nvGrpSpPr>
        <p:grpSpPr>
          <a:xfrm>
            <a:off x="644436" y="1624010"/>
            <a:ext cx="3484154" cy="3254822"/>
            <a:chOff x="621792" y="1653628"/>
            <a:chExt cx="5254750" cy="2611522"/>
          </a:xfrm>
        </p:grpSpPr>
        <p:sp>
          <p:nvSpPr>
            <p:cNvPr id="6" name="Rounded Rectangle 5"/>
            <p:cNvSpPr/>
            <p:nvPr/>
          </p:nvSpPr>
          <p:spPr>
            <a:xfrm>
              <a:off x="621792" y="1653628"/>
              <a:ext cx="5254750" cy="2441772"/>
            </a:xfrm>
            <a:prstGeom prst="roundRect">
              <a:avLst/>
            </a:prstGeom>
            <a:solidFill>
              <a:srgbClr val="F0F5F8"/>
            </a:solidFill>
            <a:ln>
              <a:solidFill>
                <a:srgbClr val="DCE5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87553" y="1750532"/>
              <a:ext cx="4800601" cy="304547"/>
            </a:xfrm>
            <a:prstGeom prst="rect">
              <a:avLst/>
            </a:prstGeom>
            <a:noFill/>
          </p:spPr>
          <p:txBody>
            <a:bodyPr wrap="square" lIns="45720" tIns="36576" rIns="45720" bIns="36576" anchor="t">
              <a:spAutoFit/>
            </a:bodyPr>
            <a:lstStyle/>
            <a:p>
              <a:pPr algn="l">
                <a:defRPr sz="1500" b="1">
                  <a:solidFill>
                    <a:srgbClr val="16847E"/>
                  </a:solidFill>
                  <a:latin typeface="Aptos"/>
                </a:defRPr>
              </a:pPr>
              <a:r>
                <a:rPr lang="pt-BR" sz="1600" dirty="0">
                  <a:latin typeface="Arial" panose="020B0604020202020204" pitchFamily="34" charset="0"/>
                  <a:cs typeface="Arial" panose="020B0604020202020204" pitchFamily="34" charset="0"/>
                </a:rPr>
                <a:t>Motor_G2.mat</a:t>
              </a:r>
              <a:endParaRPr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48866" y="2342125"/>
              <a:ext cx="4800601" cy="1923025"/>
            </a:xfrm>
            <a:prstGeom prst="rect">
              <a:avLst/>
            </a:prstGeom>
            <a:noFill/>
          </p:spPr>
          <p:txBody>
            <a:bodyPr wrap="square" lIns="45720" tIns="36576" rIns="45720" bIns="36576" anchor="t">
              <a:spAutoFit/>
            </a:bodyPr>
            <a:lstStyle/>
            <a:p>
              <a:pPr marL="285750" indent="-285750" algn="l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r>
                <a:rPr lang="pt-BR" b="1" dirty="0">
                  <a:latin typeface="Arial" panose="020B0604020202020204" pitchFamily="34" charset="0"/>
                  <a:cs typeface="Arial" panose="020B0604020202020204" pitchFamily="34" charset="0"/>
                </a:rPr>
                <a:t>1501 amostras.</a:t>
              </a:r>
            </a:p>
            <a:p>
              <a:pPr algn="l">
                <a:defRPr sz="1700" b="0">
                  <a:solidFill>
                    <a:srgbClr val="2B343E"/>
                  </a:solidFill>
                  <a:latin typeface="Aptos"/>
                </a:defRPr>
              </a:pPr>
              <a:endParaRPr lang="pt-BR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 algn="l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r>
                <a:rPr lang="pt-BR" b="1" dirty="0">
                  <a:latin typeface="Arial" panose="020B0604020202020204" pitchFamily="34" charset="0"/>
                  <a:cs typeface="Arial" panose="020B0604020202020204" pitchFamily="34" charset="0"/>
                </a:rPr>
                <a:t>150 s</a:t>
              </a:r>
            </a:p>
            <a:p>
              <a:pPr marL="285750" indent="-285750" algn="l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endParaRPr lang="pt-BR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 algn="l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r>
                <a:rPr lang="pt-BR" b="1" dirty="0">
                  <a:latin typeface="Arial" panose="020B0604020202020204" pitchFamily="34" charset="0"/>
                  <a:cs typeface="Arial" panose="020B0604020202020204" pitchFamily="34" charset="0"/>
                </a:rPr>
                <a:t>Uma amostra a cada 0,1 s.</a:t>
              </a:r>
              <a:endParaRPr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2FF8D55D-2B89-0BDC-B855-E461198775C1}"/>
              </a:ext>
            </a:extLst>
          </p:cNvPr>
          <p:cNvGrpSpPr/>
          <p:nvPr/>
        </p:nvGrpSpPr>
        <p:grpSpPr>
          <a:xfrm>
            <a:off x="4552479" y="1624010"/>
            <a:ext cx="5119115" cy="1268581"/>
            <a:chOff x="5960364" y="1901551"/>
            <a:chExt cx="5119115" cy="1268581"/>
          </a:xfrm>
        </p:grpSpPr>
        <p:sp>
          <p:nvSpPr>
            <p:cNvPr id="9" name="Rounded Rectangle 8"/>
            <p:cNvSpPr/>
            <p:nvPr/>
          </p:nvSpPr>
          <p:spPr>
            <a:xfrm>
              <a:off x="5960364" y="1901551"/>
              <a:ext cx="4606036" cy="1268581"/>
            </a:xfrm>
            <a:prstGeom prst="roundRect">
              <a:avLst/>
            </a:prstGeom>
            <a:solidFill>
              <a:srgbClr val="F0F5F8"/>
            </a:solidFill>
            <a:ln>
              <a:solidFill>
                <a:srgbClr val="DCE5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096000" y="2161633"/>
              <a:ext cx="4983479" cy="720197"/>
            </a:xfrm>
            <a:prstGeom prst="rect">
              <a:avLst/>
            </a:prstGeom>
            <a:noFill/>
          </p:spPr>
          <p:txBody>
            <a:bodyPr wrap="square" lIns="45720" tIns="36576" rIns="45720" bIns="36576" anchor="t">
              <a:spAutoFit/>
            </a:bodyPr>
            <a:lstStyle/>
            <a:p>
              <a:pPr marL="285750" indent="-285750" algn="l">
                <a:buFont typeface="Arial" panose="020B0604020202020204" pitchFamily="34" charset="0"/>
                <a:buChar char="•"/>
                <a:defRPr sz="1600" b="0">
                  <a:solidFill>
                    <a:srgbClr val="2B343E"/>
                  </a:solidFill>
                  <a:latin typeface="Aptos"/>
                </a:defRPr>
              </a:pPr>
              <a:r>
                <a:rPr lang="pt-BR" sz="1400" dirty="0">
                  <a:latin typeface="Arial" panose="020B0604020202020204" pitchFamily="34" charset="0"/>
                  <a:cs typeface="Arial" panose="020B0604020202020204" pitchFamily="34" charset="0"/>
                </a:rPr>
                <a:t>O degrau de 0 à 80% em t = 10s.</a:t>
              </a:r>
            </a:p>
            <a:p>
              <a:pPr marL="285750" indent="-285750" algn="l">
                <a:buFont typeface="Arial" panose="020B0604020202020204" pitchFamily="34" charset="0"/>
                <a:buChar char="•"/>
                <a:defRPr sz="1600" b="0">
                  <a:solidFill>
                    <a:srgbClr val="2B343E"/>
                  </a:solidFill>
                  <a:latin typeface="Aptos"/>
                </a:defRPr>
              </a:pPr>
              <a:endParaRPr lang="pt-BR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 algn="l">
                <a:buFont typeface="Arial" panose="020B0604020202020204" pitchFamily="34" charset="0"/>
                <a:buChar char="•"/>
                <a:defRPr sz="1600" b="0">
                  <a:solidFill>
                    <a:srgbClr val="2B343E"/>
                  </a:solidFill>
                  <a:latin typeface="Aptos"/>
                </a:defRPr>
              </a:pPr>
              <a:r>
                <a:rPr lang="pt-BR" sz="1400" dirty="0">
                  <a:latin typeface="Arial" panose="020B0604020202020204" pitchFamily="34" charset="0"/>
                  <a:cs typeface="Arial" panose="020B0604020202020204" pitchFamily="34" charset="0"/>
                </a:rPr>
                <a:t>A saída vai de a aproximadamente 1800 RPM.</a:t>
              </a:r>
              <a:endParaRPr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7" name="Agrupar 16">
            <a:extLst>
              <a:ext uri="{FF2B5EF4-FFF2-40B4-BE49-F238E27FC236}">
                <a16:creationId xmlns:a16="http://schemas.microsoft.com/office/drawing/2014/main" id="{D00D8935-475A-EDD4-8E76-A5AF334EDE12}"/>
              </a:ext>
            </a:extLst>
          </p:cNvPr>
          <p:cNvGrpSpPr/>
          <p:nvPr/>
        </p:nvGrpSpPr>
        <p:grpSpPr>
          <a:xfrm>
            <a:off x="4552479" y="3429000"/>
            <a:ext cx="4606036" cy="1268581"/>
            <a:chOff x="2034249" y="4262278"/>
            <a:chExt cx="4606036" cy="1268581"/>
          </a:xfrm>
        </p:grpSpPr>
        <p:sp>
          <p:nvSpPr>
            <p:cNvPr id="12" name="Rounded Rectangle 8">
              <a:extLst>
                <a:ext uri="{FF2B5EF4-FFF2-40B4-BE49-F238E27FC236}">
                  <a16:creationId xmlns:a16="http://schemas.microsoft.com/office/drawing/2014/main" id="{260A5732-61CA-E2D1-CCB0-A380A53FD303}"/>
                </a:ext>
              </a:extLst>
            </p:cNvPr>
            <p:cNvSpPr/>
            <p:nvPr/>
          </p:nvSpPr>
          <p:spPr>
            <a:xfrm>
              <a:off x="2034249" y="4262278"/>
              <a:ext cx="4606036" cy="1268581"/>
            </a:xfrm>
            <a:prstGeom prst="roundRect">
              <a:avLst/>
            </a:prstGeom>
            <a:solidFill>
              <a:srgbClr val="F0F5F8"/>
            </a:solidFill>
            <a:ln>
              <a:solidFill>
                <a:srgbClr val="DCE5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16" name="TextBox 10">
              <a:extLst>
                <a:ext uri="{FF2B5EF4-FFF2-40B4-BE49-F238E27FC236}">
                  <a16:creationId xmlns:a16="http://schemas.microsoft.com/office/drawing/2014/main" id="{021F7662-C79F-175F-064C-1B5CE20D93BF}"/>
                </a:ext>
              </a:extLst>
            </p:cNvPr>
            <p:cNvSpPr txBox="1"/>
            <p:nvPr/>
          </p:nvSpPr>
          <p:spPr>
            <a:xfrm>
              <a:off x="2334334" y="4634227"/>
              <a:ext cx="3746426" cy="720197"/>
            </a:xfrm>
            <a:prstGeom prst="rect">
              <a:avLst/>
            </a:prstGeom>
            <a:noFill/>
          </p:spPr>
          <p:txBody>
            <a:bodyPr wrap="square" lIns="45720" tIns="36576" rIns="45720" bIns="36576" anchor="t">
              <a:spAutoFit/>
            </a:bodyPr>
            <a:lstStyle/>
            <a:p>
              <a:pPr marL="285750" indent="-285750" algn="l">
                <a:buFont typeface="Arial" panose="020B0604020202020204" pitchFamily="34" charset="0"/>
                <a:buChar char="•"/>
                <a:defRPr sz="1600" b="0">
                  <a:solidFill>
                    <a:srgbClr val="2B343E"/>
                  </a:solidFill>
                  <a:latin typeface="Aptos"/>
                </a:defRPr>
              </a:pPr>
              <a:r>
                <a:rPr lang="pt-BR" sz="1400" dirty="0">
                  <a:latin typeface="Arial" panose="020B0604020202020204" pitchFamily="34" charset="0"/>
                  <a:cs typeface="Arial" panose="020B0604020202020204" pitchFamily="34" charset="0"/>
                </a:rPr>
                <a:t>Ruído de mediação de aproximadamente 10 RPM</a:t>
              </a:r>
            </a:p>
            <a:p>
              <a:pPr marL="285750" indent="-285750" algn="l">
                <a:buFont typeface="Arial" panose="020B0604020202020204" pitchFamily="34" charset="0"/>
                <a:buChar char="•"/>
                <a:defRPr sz="1600" b="0">
                  <a:solidFill>
                    <a:srgbClr val="2B343E"/>
                  </a:solidFill>
                  <a:latin typeface="Aptos"/>
                </a:defRPr>
              </a:pPr>
              <a:endParaRPr lang="pt-BR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F5ABB3-9648-7B64-B939-1832898FF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147D63-139E-D462-E0A7-791D53324B62}"/>
              </a:ext>
            </a:extLst>
          </p:cNvPr>
          <p:cNvSpPr txBox="1"/>
          <p:nvPr/>
        </p:nvSpPr>
        <p:spPr>
          <a:xfrm>
            <a:off x="594360" y="320040"/>
            <a:ext cx="10972800" cy="48936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 err="1"/>
              <a:t>Variáveis</a:t>
            </a:r>
            <a:r>
              <a:rPr dirty="0"/>
              <a:t> do </a:t>
            </a:r>
            <a:r>
              <a:rPr dirty="0" err="1"/>
              <a:t>processo</a:t>
            </a:r>
            <a:r>
              <a:rPr dirty="0"/>
              <a:t> e </a:t>
            </a:r>
            <a:r>
              <a:rPr dirty="0" err="1"/>
              <a:t>perturbações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42A8C7-2129-EED4-E3F5-A04CA6358E9F}"/>
              </a:ext>
            </a:extLst>
          </p:cNvPr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E352AF0-3C18-E413-FE9E-A047E7B1AB07}"/>
              </a:ext>
            </a:extLst>
          </p:cNvPr>
          <p:cNvSpPr/>
          <p:nvPr/>
        </p:nvSpPr>
        <p:spPr>
          <a:xfrm>
            <a:off x="731520" y="1325713"/>
            <a:ext cx="5257800" cy="213238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464C10-DEA2-5884-78AB-131693B3F62D}"/>
              </a:ext>
            </a:extLst>
          </p:cNvPr>
          <p:cNvSpPr txBox="1"/>
          <p:nvPr/>
        </p:nvSpPr>
        <p:spPr>
          <a:xfrm>
            <a:off x="914400" y="1581485"/>
            <a:ext cx="7587916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Variável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controlada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- Velocidade (RPM)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1A58F3-79D4-1F18-77C1-39BF12A26DC6}"/>
              </a:ext>
            </a:extLst>
          </p:cNvPr>
          <p:cNvSpPr txBox="1"/>
          <p:nvPr/>
        </p:nvSpPr>
        <p:spPr>
          <a:xfrm>
            <a:off x="914400" y="1965960"/>
            <a:ext cx="4846320" cy="981807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É a saída do motor que queremos controlar.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O sistema busca manter a rotação </a:t>
            </a:r>
            <a:r>
              <a:rPr lang="pt-BR" dirty="0"/>
              <a:t>próxima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ao </a:t>
            </a:r>
            <a:r>
              <a:rPr 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SetPoint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de 1800 RPM, usado como referência no projeto.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D6A10A4-06CA-4A53-48E5-E85E5114C853}"/>
              </a:ext>
            </a:extLst>
          </p:cNvPr>
          <p:cNvSpPr/>
          <p:nvPr/>
        </p:nvSpPr>
        <p:spPr>
          <a:xfrm>
            <a:off x="6126479" y="1280160"/>
            <a:ext cx="5248469" cy="21488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7F7469-1C81-FE83-66F6-7B1FB2CE4939}"/>
              </a:ext>
            </a:extLst>
          </p:cNvPr>
          <p:cNvSpPr txBox="1"/>
          <p:nvPr/>
        </p:nvSpPr>
        <p:spPr>
          <a:xfrm>
            <a:off x="6355080" y="1591056"/>
            <a:ext cx="484632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2F69A4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Variável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manipulada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–  </a:t>
            </a:r>
            <a:r>
              <a:rPr 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Duty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cycle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do PWM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7454BE-55EE-F2B1-02B2-C11178483CA8}"/>
              </a:ext>
            </a:extLst>
          </p:cNvPr>
          <p:cNvSpPr txBox="1"/>
          <p:nvPr/>
        </p:nvSpPr>
        <p:spPr>
          <a:xfrm>
            <a:off x="6355080" y="1965960"/>
            <a:ext cx="4846320" cy="1151084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Representa o comando de acionamento aplicado ao motor.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Ao aumentar ou diminuir esse comando, altera-se a energia fornecida ao motor e, consequentemente, sua velocidade.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5A2E70A-EBE5-FB60-FC81-94DAFF60D603}"/>
              </a:ext>
            </a:extLst>
          </p:cNvPr>
          <p:cNvSpPr/>
          <p:nvPr/>
        </p:nvSpPr>
        <p:spPr>
          <a:xfrm>
            <a:off x="731520" y="3790868"/>
            <a:ext cx="5148070" cy="2151047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Carga mecânica: o aumento da carga no eixo pode reduzir a rotação.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Alimentação elétrica: variações na tensão podem alterar o desempenho do motor.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Atrito e aquecimento: modificam as condições de funcionamento e podem afetar a velocidade.</a:t>
            </a:r>
            <a:endParaRPr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5275FE-A9B6-ECA4-3E6B-854160A2524A}"/>
              </a:ext>
            </a:extLst>
          </p:cNvPr>
          <p:cNvSpPr txBox="1"/>
          <p:nvPr/>
        </p:nvSpPr>
        <p:spPr>
          <a:xfrm>
            <a:off x="1033270" y="3887861"/>
            <a:ext cx="484632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CD7731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Perturbações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A50A84D-3DEC-9E09-B398-DF8D4FE469B9}"/>
              </a:ext>
            </a:extLst>
          </p:cNvPr>
          <p:cNvSpPr/>
          <p:nvPr/>
        </p:nvSpPr>
        <p:spPr>
          <a:xfrm>
            <a:off x="6135808" y="3790867"/>
            <a:ext cx="5248470" cy="2151047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ADB8A2-8D00-E9D7-89AF-74A782DE7202}"/>
              </a:ext>
            </a:extLst>
          </p:cNvPr>
          <p:cNvSpPr txBox="1"/>
          <p:nvPr/>
        </p:nvSpPr>
        <p:spPr>
          <a:xfrm>
            <a:off x="6431280" y="3842058"/>
            <a:ext cx="484632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B03D3D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Faixas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operação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2E6CA9-790E-66C6-B48F-80FB31A16A64}"/>
              </a:ext>
            </a:extLst>
          </p:cNvPr>
          <p:cNvSpPr txBox="1"/>
          <p:nvPr/>
        </p:nvSpPr>
        <p:spPr>
          <a:xfrm>
            <a:off x="6355080" y="4162181"/>
            <a:ext cx="4846320" cy="179741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lang="pt-BR" dirty="0"/>
              <a:t>Ensaio realizado: degrau de acionamento de 0% para 80%.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lang="pt-BR" dirty="0"/>
              <a:t>Referência de velocidade: 1800 RPM.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lang="pt-BR" dirty="0"/>
              <a:t>Os limites máximos de tensão, corrente e rotação dependem das especificações do motor, do driver e do sensor; não devem ser deduzidos apenas desses valores do ensaio.</a:t>
            </a:r>
            <a:endParaRPr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0FF870-1498-1EE4-C080-6FB4DCF12C94}"/>
              </a:ext>
            </a:extLst>
          </p:cNvPr>
          <p:cNvSpPr txBox="1"/>
          <p:nvPr/>
        </p:nvSpPr>
        <p:spPr>
          <a:xfrm>
            <a:off x="859349" y="6044160"/>
            <a:ext cx="1051560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600" b="1">
                <a:solidFill>
                  <a:srgbClr val="182B45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PID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compara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velocidade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medida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com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SetPoint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ajusta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acionamento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reduzir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erro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69564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 err="1"/>
              <a:t>Sintonia</a:t>
            </a:r>
            <a:r>
              <a:rPr dirty="0"/>
              <a:t> Cohen–Coon: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interpretar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166360" cy="173736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581912"/>
            <a:ext cx="4800600" cy="2585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O que </a:t>
            </a:r>
            <a:r>
              <a:rPr sz="1200" dirty="0" err="1">
                <a:latin typeface="Arial" panose="020B0604020202020204" pitchFamily="34" charset="0"/>
                <a:cs typeface="Arial" panose="020B0604020202020204" pitchFamily="34" charset="0"/>
              </a:rPr>
              <a:t>significam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latin typeface="Arial" panose="020B0604020202020204" pitchFamily="34" charset="0"/>
                <a:cs typeface="Arial" panose="020B0604020202020204" pitchFamily="34" charset="0"/>
              </a:rPr>
              <a:t>parâmetros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800600" cy="75097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Kp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define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intensidade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proporcional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;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Ti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define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escala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tempo da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integral;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b="1" dirty="0">
                <a:latin typeface="Arial" panose="020B0604020202020204" pitchFamily="34" charset="0"/>
                <a:cs typeface="Arial" panose="020B0604020202020204" pitchFamily="34" charset="0"/>
              </a:rPr>
              <a:t>Td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define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escala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tempo da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derivativa</a:t>
            </a:r>
            <a:r>
              <a:rPr dirty="0"/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17320"/>
            <a:ext cx="5257800" cy="173736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545336"/>
            <a:ext cx="489204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B03D3D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Atenção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à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razão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θ/τ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920240"/>
            <a:ext cx="4892040" cy="118186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material do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projeto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cita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θ/τ &gt; 0,3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referência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para Cohen–Coon.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No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nosso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razão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é 0,1270,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abaixo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desse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valor.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isso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resultado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deve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ser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interpretado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com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essa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ressalva</a:t>
            </a:r>
            <a:r>
              <a:rPr dirty="0"/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37560"/>
            <a:ext cx="2286000" cy="10058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3456432"/>
            <a:ext cx="199339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16847E"/>
                </a:solidFill>
                <a:latin typeface="Aptos"/>
              </a:defRPr>
            </a:pPr>
            <a:r>
              <a:t>Kp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776472"/>
            <a:ext cx="1993392" cy="49377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0,477628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3337560"/>
            <a:ext cx="2286000" cy="10058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83864" y="3456432"/>
            <a:ext cx="199339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2F69A4"/>
                </a:solidFill>
                <a:latin typeface="Aptos"/>
              </a:defRPr>
            </a:pPr>
            <a:r>
              <a:t>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3864" y="3776472"/>
            <a:ext cx="1993392" cy="49377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5,929863 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37560"/>
            <a:ext cx="2286000" cy="10058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98464" y="3456432"/>
            <a:ext cx="199339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CD7731"/>
                </a:solidFill>
                <a:latin typeface="Aptos"/>
              </a:defRPr>
            </a:pPr>
            <a:r>
              <a:t>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98464" y="3776472"/>
            <a:ext cx="1993392" cy="49377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0,901684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029200"/>
            <a:ext cx="7315200" cy="36576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000" b="1">
                <a:solidFill>
                  <a:srgbClr val="182B45"/>
                </a:solidFill>
                <a:latin typeface="Aptos"/>
              </a:defRPr>
            </a:pPr>
            <a:r>
              <a:rPr dirty="0"/>
              <a:t>θ/τ = 2,5369 ÷ 19,9705 ≈ 0,1270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1F77E4-BA53-0FB4-E701-8B420A79E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C04E18-E261-BE10-B838-2AF46A02074B}"/>
              </a:ext>
            </a:extLst>
          </p:cNvPr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 err="1"/>
              <a:t>Métodos</a:t>
            </a:r>
            <a:r>
              <a:rPr dirty="0"/>
              <a:t> de </a:t>
            </a:r>
            <a:r>
              <a:rPr dirty="0" err="1"/>
              <a:t>identificação</a:t>
            </a:r>
            <a:r>
              <a:rPr dirty="0"/>
              <a:t>: Smith e </a:t>
            </a:r>
            <a:r>
              <a:rPr dirty="0" err="1"/>
              <a:t>Sundaresan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15ECD5-9010-6CB9-0E07-A7ACC3966873}"/>
              </a:ext>
            </a:extLst>
          </p:cNvPr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C59A055-DC60-0F53-4602-ED44AEC8BF99}"/>
              </a:ext>
            </a:extLst>
          </p:cNvPr>
          <p:cNvSpPr/>
          <p:nvPr/>
        </p:nvSpPr>
        <p:spPr>
          <a:xfrm>
            <a:off x="566930" y="1653628"/>
            <a:ext cx="5254750" cy="2441772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2C5124-C0B3-39B9-09BB-2463CDA4E52C}"/>
              </a:ext>
            </a:extLst>
          </p:cNvPr>
          <p:cNvSpPr txBox="1"/>
          <p:nvPr/>
        </p:nvSpPr>
        <p:spPr>
          <a:xfrm>
            <a:off x="987552" y="1750532"/>
            <a:ext cx="480060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que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foi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feito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AB2D7C-ED63-155E-9EFC-8302EAC51B05}"/>
              </a:ext>
            </a:extLst>
          </p:cNvPr>
          <p:cNvSpPr txBox="1"/>
          <p:nvPr/>
        </p:nvSpPr>
        <p:spPr>
          <a:xfrm>
            <a:off x="868680" y="2342125"/>
            <a:ext cx="4800600" cy="136652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Comparamos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dois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métodos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identificação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: Smith 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Sundaresan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Depois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obter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avaliamos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erro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quadrático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médio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chamado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EQM.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Esse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indicador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ajuda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verificar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qual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representa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melhor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dados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medidos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do motor.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5AB5763-CA41-DF28-0EDC-67BE541C8534}"/>
              </a:ext>
            </a:extLst>
          </p:cNvPr>
          <p:cNvSpPr/>
          <p:nvPr/>
        </p:nvSpPr>
        <p:spPr>
          <a:xfrm>
            <a:off x="6038088" y="1624011"/>
            <a:ext cx="5254750" cy="2441772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4DE793-9148-78C2-E2EB-AF93F270AB60}"/>
              </a:ext>
            </a:extLst>
          </p:cNvPr>
          <p:cNvSpPr txBox="1"/>
          <p:nvPr/>
        </p:nvSpPr>
        <p:spPr>
          <a:xfrm>
            <a:off x="6309359" y="1733734"/>
            <a:ext cx="49834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2F69A4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Como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interpretar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EQM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A53D75-CAA4-16C5-1E93-E493A02F65CF}"/>
              </a:ext>
            </a:extLst>
          </p:cNvPr>
          <p:cNvSpPr txBox="1"/>
          <p:nvPr/>
        </p:nvSpPr>
        <p:spPr>
          <a:xfrm>
            <a:off x="6103618" y="2292282"/>
            <a:ext cx="4983479" cy="136652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EQM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mede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diferença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entre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curva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calculada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resposta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real.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Quanto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valor,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melhor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foi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ajuste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dados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deste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ensaio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EQM,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sozinho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não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garante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que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seja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perfeito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outras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condições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56653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FDA008A-9646-41EC-9F73-9E42188FB0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167" y="143166"/>
            <a:ext cx="9705975" cy="608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8423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t>Resultado da identificação e ajuste fino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88136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100" b="0">
                <a:solidFill>
                  <a:srgbClr val="5D6A78"/>
                </a:solidFill>
                <a:latin typeface="Aptos"/>
              </a:defRPr>
            </a:pPr>
            <a:r>
              <a:rPr dirty="0"/>
              <a:t>O </a:t>
            </a:r>
            <a:r>
              <a:rPr dirty="0" err="1"/>
              <a:t>método</a:t>
            </a:r>
            <a:r>
              <a:rPr dirty="0"/>
              <a:t> Smith </a:t>
            </a:r>
            <a:r>
              <a:rPr dirty="0" err="1"/>
              <a:t>apresentou</a:t>
            </a:r>
            <a:r>
              <a:rPr dirty="0"/>
              <a:t> o </a:t>
            </a:r>
            <a:r>
              <a:rPr dirty="0" err="1"/>
              <a:t>menor</a:t>
            </a:r>
            <a:r>
              <a:rPr dirty="0"/>
              <a:t> EQM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dois</a:t>
            </a:r>
            <a:r>
              <a:rPr dirty="0"/>
              <a:t> </a:t>
            </a:r>
            <a:r>
              <a:rPr dirty="0" err="1"/>
              <a:t>métodos</a:t>
            </a:r>
            <a:r>
              <a:rPr dirty="0"/>
              <a:t> </a:t>
            </a:r>
            <a:r>
              <a:rPr dirty="0" err="1"/>
              <a:t>iniciais</a:t>
            </a:r>
            <a:r>
              <a:rPr dirty="0"/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423160" cy="96012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7824" y="1581912"/>
            <a:ext cx="213055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16847E"/>
                </a:solidFill>
                <a:latin typeface="Aptos"/>
              </a:defRPr>
            </a:pPr>
            <a:r>
              <a:t>SMITH • EQM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1901952"/>
            <a:ext cx="2130552" cy="44805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10,4641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463040"/>
            <a:ext cx="2423160" cy="96012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83864" y="1581912"/>
            <a:ext cx="213055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2F69A4"/>
                </a:solidFill>
                <a:latin typeface="Aptos"/>
              </a:defRPr>
            </a:pPr>
            <a:r>
              <a:t>SUNDARESAN • EQM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3864" y="1901952"/>
            <a:ext cx="2130552" cy="44805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16,3748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463040"/>
            <a:ext cx="2423160" cy="96012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9904" y="1581912"/>
            <a:ext cx="213055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CD7731"/>
                </a:solidFill>
                <a:latin typeface="Aptos"/>
              </a:defRPr>
            </a:pPr>
            <a:r>
              <a:t>AJUSTE FINO • EQM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9904" y="1901952"/>
            <a:ext cx="2130552" cy="44805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10,0954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1463040"/>
            <a:ext cx="2788920" cy="19202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32519" y="1591056"/>
            <a:ext cx="242316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CD7731"/>
                </a:solidFill>
                <a:latin typeface="Aptos"/>
              </a:defRPr>
            </a:pPr>
            <a:r>
              <a:t>Por que ajustar?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19" y="1965960"/>
            <a:ext cx="2423160" cy="129844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400" b="0">
                <a:solidFill>
                  <a:srgbClr val="2B343E"/>
                </a:solidFill>
                <a:latin typeface="Aptos"/>
              </a:defRPr>
            </a:pPr>
            <a:r>
              <a:t>O ajuste fino modifica os parâmetros para reduzir ainda mais a diferença entre o modelo e os dados medidos.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3657600"/>
            <a:ext cx="3108960" cy="155448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80" y="3785615"/>
            <a:ext cx="274320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t>Parâmetros ajustados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160520"/>
            <a:ext cx="2743200" cy="9326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600" b="0">
                <a:solidFill>
                  <a:srgbClr val="2B343E"/>
                </a:solidFill>
                <a:latin typeface="Aptos"/>
              </a:defRPr>
            </a:pPr>
            <a:r>
              <a:t>K = 22,4987</a:t>
            </a:r>
            <a:br/>
            <a:r>
              <a:t>τ = 19,9705 s</a:t>
            </a:r>
            <a:br/>
            <a:r>
              <a:t>θ = 2,5369 s</a:t>
            </a:r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8A86A204-936B-4CEA-B2D3-D6EFCE09E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320" y="2543898"/>
            <a:ext cx="6745566" cy="421679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3200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O que </a:t>
            </a:r>
            <a:r>
              <a:rPr sz="1600" dirty="0" err="1">
                <a:latin typeface="Arial" panose="020B0604020202020204" pitchFamily="34" charset="0"/>
                <a:cs typeface="Arial" panose="020B0604020202020204" pitchFamily="34" charset="0"/>
              </a:rPr>
              <a:t>mostrou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sz="1600" dirty="0" err="1">
                <a:latin typeface="Arial" panose="020B0604020202020204" pitchFamily="34" charset="0"/>
                <a:cs typeface="Arial" panose="020B0604020202020204" pitchFamily="34" charset="0"/>
              </a:rPr>
              <a:t>simulação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 da </a:t>
            </a:r>
            <a:r>
              <a:rPr sz="1600" dirty="0" err="1">
                <a:latin typeface="Arial" panose="020B0604020202020204" pitchFamily="34" charset="0"/>
                <a:cs typeface="Arial" panose="020B0604020202020204" pitchFamily="34" charset="0"/>
              </a:rPr>
              <a:t>sintonia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88136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100" b="0">
                <a:solidFill>
                  <a:srgbClr val="5D6A78"/>
                </a:solidFill>
                <a:latin typeface="Aptos"/>
              </a:defRPr>
            </a:pPr>
            <a:r>
              <a:rPr dirty="0" err="1"/>
              <a:t>Comparação</a:t>
            </a:r>
            <a:r>
              <a:rPr dirty="0"/>
              <a:t> dos </a:t>
            </a:r>
            <a:r>
              <a:rPr dirty="0" err="1"/>
              <a:t>métodos</a:t>
            </a:r>
            <a:r>
              <a:rPr dirty="0"/>
              <a:t> para o </a:t>
            </a:r>
            <a:r>
              <a:rPr dirty="0" err="1"/>
              <a:t>mesmo</a:t>
            </a:r>
            <a:r>
              <a:rPr dirty="0"/>
              <a:t> </a:t>
            </a:r>
            <a:r>
              <a:rPr dirty="0" err="1"/>
              <a:t>modelo</a:t>
            </a:r>
            <a:r>
              <a:rPr dirty="0"/>
              <a:t> e </a:t>
            </a:r>
            <a:r>
              <a:rPr dirty="0" err="1"/>
              <a:t>SetPoint</a:t>
            </a:r>
            <a:r>
              <a:rPr dirty="0"/>
              <a:t> de 1800 RPM.</a:t>
            </a:r>
          </a:p>
        </p:txBody>
      </p:sp>
      <p:pic>
        <p:nvPicPr>
          <p:cNvPr id="6" name="Picture 5" descr="image(20261012-154048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583705"/>
            <a:ext cx="6629400" cy="419350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52360" y="1554480"/>
            <a:ext cx="3977639" cy="109728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35240" y="1682495"/>
            <a:ext cx="36118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Cohen–Coon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946776"/>
            <a:ext cx="3611879" cy="720197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0">
                <a:solidFill>
                  <a:srgbClr val="2B343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Subida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: 3,184 s</a:t>
            </a:r>
            <a:b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Acomodação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: 23,240 s</a:t>
            </a:r>
            <a:b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Overshoot: 84,16%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52360" y="2834640"/>
            <a:ext cx="3977639" cy="109728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35240" y="2962656"/>
            <a:ext cx="36118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2F69A4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Ziegler–Nichols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195829"/>
            <a:ext cx="3611879" cy="720197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0">
                <a:solidFill>
                  <a:srgbClr val="2B343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Subida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: 3,124 s</a:t>
            </a:r>
            <a:b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Acomodação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: 22,741 s</a:t>
            </a:r>
            <a:b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Overshoot: 68,82%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4160520"/>
            <a:ext cx="3977639" cy="1705356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58100" y="4151375"/>
            <a:ext cx="36118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CD7731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Conclusão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635238" y="4446037"/>
            <a:ext cx="3611879" cy="136652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400" b="0">
                <a:solidFill>
                  <a:srgbClr val="2B343E"/>
                </a:solidFill>
                <a:latin typeface="Aptos"/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Nesta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simulação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, Ziegler–Nichols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foi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ligeiramente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mais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rápido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teve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overshoot.</a:t>
            </a:r>
            <a:endParaRPr lang="pt-B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00" b="0">
                <a:solidFill>
                  <a:srgbClr val="2B343E"/>
                </a:solidFill>
                <a:latin typeface="Aptos"/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Ambos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chegaram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ao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SetPoint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regime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permanente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, mas as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oscilações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iniciais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foram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elevadas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ado">
  <a:themeElements>
    <a:clrScheme name="Facetado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do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do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126</TotalTime>
  <Words>745</Words>
  <Application>Microsoft Office PowerPoint</Application>
  <PresentationFormat>Widescreen</PresentationFormat>
  <Paragraphs>90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7" baseType="lpstr">
      <vt:lpstr>Aptos</vt:lpstr>
      <vt:lpstr>Arial</vt:lpstr>
      <vt:lpstr>Cambria Math</vt:lpstr>
      <vt:lpstr>Trebuchet MS</vt:lpstr>
      <vt:lpstr>Wingdings 3</vt:lpstr>
      <vt:lpstr>Facetado</vt:lpstr>
      <vt:lpstr>Identificação de Processos e Sintonia de Controladores PID  Grupo 2 — C13 Sistemas Embarcados    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Identificação de Processos e Sintonia de Controladores PID  Grupo 2 — C13 Sistemas Embarcados    </dc:title>
  <dc:subject/>
  <dc:creator/>
  <cp:keywords/>
  <dc:description>generated using python-pptx</dc:description>
  <cp:lastModifiedBy>MARIA RITA RAPOSO ROSA</cp:lastModifiedBy>
  <cp:revision>10</cp:revision>
  <dcterms:created xsi:type="dcterms:W3CDTF">2013-01-27T09:14:16Z</dcterms:created>
  <dcterms:modified xsi:type="dcterms:W3CDTF">2026-10-13T00:56:53Z</dcterms:modified>
  <cp:category/>
</cp:coreProperties>
</file>